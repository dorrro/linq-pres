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6" r:id="rId9"/>
    <p:sldId id="267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2/16/2016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LINQ</a:t>
            </a:r>
            <a:endParaRPr lang="pl-P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smtClean="0"/>
              <a:t>How to understand that horrible monster?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5686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Agenda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92697"/>
          </a:xfrm>
        </p:spPr>
        <p:txBody>
          <a:bodyPr>
            <a:normAutofit fontScale="77500" lnSpcReduction="20000"/>
          </a:bodyPr>
          <a:lstStyle/>
          <a:p>
            <a:r>
              <a:rPr lang="pl-PL" dirty="0"/>
              <a:t>1. </a:t>
            </a:r>
            <a:r>
              <a:rPr lang="pl-PL" dirty="0" smtClean="0"/>
              <a:t>Introduction</a:t>
            </a:r>
            <a:endParaRPr lang="pl-PL" dirty="0"/>
          </a:p>
          <a:p>
            <a:pPr lvl="1"/>
            <a:r>
              <a:rPr lang="pl-PL" dirty="0"/>
              <a:t>1.1. </a:t>
            </a:r>
            <a:r>
              <a:rPr lang="pl-PL" dirty="0" smtClean="0"/>
              <a:t>Extension methods</a:t>
            </a:r>
            <a:endParaRPr lang="pl-PL" dirty="0"/>
          </a:p>
          <a:p>
            <a:pPr lvl="2"/>
            <a:r>
              <a:rPr lang="pl-PL" dirty="0"/>
              <a:t>1.1.1. </a:t>
            </a:r>
            <a:r>
              <a:rPr lang="pl-PL" dirty="0" smtClean="0"/>
              <a:t>Static classes</a:t>
            </a:r>
            <a:endParaRPr lang="pl-PL" dirty="0"/>
          </a:p>
          <a:p>
            <a:pPr lvl="2"/>
            <a:r>
              <a:rPr lang="pl-PL" dirty="0" smtClean="0"/>
              <a:t>1.1.2. Examples</a:t>
            </a:r>
            <a:endParaRPr lang="pl-PL" dirty="0"/>
          </a:p>
          <a:p>
            <a:pPr lvl="1"/>
            <a:r>
              <a:rPr lang="pl-PL" dirty="0" smtClean="0"/>
              <a:t>1.2</a:t>
            </a:r>
            <a:r>
              <a:rPr lang="pl-PL" dirty="0"/>
              <a:t>. </a:t>
            </a:r>
            <a:r>
              <a:rPr lang="pl-PL" dirty="0" smtClean="0"/>
              <a:t>Lambda expressions</a:t>
            </a:r>
            <a:endParaRPr lang="pl-PL" dirty="0"/>
          </a:p>
          <a:p>
            <a:pPr lvl="2"/>
            <a:r>
              <a:rPr lang="pl-PL" dirty="0"/>
              <a:t>1.2.1. Named methods</a:t>
            </a:r>
          </a:p>
          <a:p>
            <a:pPr lvl="2"/>
            <a:r>
              <a:rPr lang="pl-PL" dirty="0"/>
              <a:t>1.2.2. </a:t>
            </a:r>
            <a:r>
              <a:rPr lang="pl-PL" dirty="0" smtClean="0"/>
              <a:t>Delegates</a:t>
            </a:r>
            <a:endParaRPr lang="pl-PL" dirty="0"/>
          </a:p>
          <a:p>
            <a:pPr lvl="2"/>
            <a:r>
              <a:rPr lang="pl-PL" dirty="0"/>
              <a:t>1.2.3. Lamda</a:t>
            </a:r>
          </a:p>
          <a:p>
            <a:pPr lvl="1"/>
            <a:r>
              <a:rPr lang="pl-PL" dirty="0"/>
              <a:t>1.3. </a:t>
            </a:r>
            <a:r>
              <a:rPr lang="pl-PL" dirty="0" smtClean="0"/>
              <a:t>Executing lambdas</a:t>
            </a:r>
            <a:endParaRPr lang="pl-PL" dirty="0"/>
          </a:p>
          <a:p>
            <a:pPr lvl="2"/>
            <a:r>
              <a:rPr lang="pl-PL" dirty="0"/>
              <a:t>1.3.1. Action</a:t>
            </a:r>
          </a:p>
          <a:p>
            <a:pPr lvl="2"/>
            <a:r>
              <a:rPr lang="pl-PL" dirty="0"/>
              <a:t>1.3.2. Func</a:t>
            </a:r>
          </a:p>
          <a:p>
            <a:pPr lvl="2"/>
            <a:r>
              <a:rPr lang="pl-PL" dirty="0"/>
              <a:t>1.3.3. Example</a:t>
            </a:r>
          </a:p>
          <a:p>
            <a:r>
              <a:rPr lang="pl-PL" dirty="0"/>
              <a:t>2. </a:t>
            </a:r>
            <a:r>
              <a:rPr lang="pl-PL" dirty="0" smtClean="0"/>
              <a:t>LINQ</a:t>
            </a:r>
          </a:p>
          <a:p>
            <a:pPr lvl="1"/>
            <a:r>
              <a:rPr lang="pl-PL" dirty="0" smtClean="0"/>
              <a:t>Select</a:t>
            </a:r>
          </a:p>
          <a:p>
            <a:pPr lvl="1"/>
            <a:r>
              <a:rPr lang="pl-PL" dirty="0" err="1" smtClean="0"/>
              <a:t>Where</a:t>
            </a:r>
            <a:endParaRPr lang="pl-PL" dirty="0" smtClean="0"/>
          </a:p>
          <a:p>
            <a:pPr lvl="1"/>
            <a:r>
              <a:rPr lang="pl-PL" dirty="0" err="1" smtClean="0"/>
              <a:t>FirstOrDefault</a:t>
            </a:r>
            <a:endParaRPr lang="pl-PL" dirty="0" smtClean="0"/>
          </a:p>
          <a:p>
            <a:pPr lvl="1"/>
            <a:r>
              <a:rPr lang="pl-PL" dirty="0" err="1" smtClean="0"/>
              <a:t>Any</a:t>
            </a:r>
            <a:endParaRPr lang="pl-PL" dirty="0" smtClean="0"/>
          </a:p>
        </p:txBody>
      </p:sp>
    </p:spTree>
    <p:extLst>
      <p:ext uri="{BB962C8B-B14F-4D97-AF65-F5344CB8AC3E}">
        <p14:creationId xmlns:p14="http://schemas.microsoft.com/office/powerpoint/2010/main" val="2280107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Extension methods</a:t>
            </a:r>
            <a:endParaRPr lang="pl-PL" dirty="0"/>
          </a:p>
        </p:txBody>
      </p:sp>
      <p:sp>
        <p:nvSpPr>
          <p:cNvPr id="6" name="Rectangle 5"/>
          <p:cNvSpPr/>
          <p:nvPr/>
        </p:nvSpPr>
        <p:spPr>
          <a:xfrm>
            <a:off x="1750977" y="2814963"/>
            <a:ext cx="869004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sz="4000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dirty="0">
                <a:solidFill>
                  <a:srgbClr val="4EC9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IntExtensions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    </a:t>
            </a:r>
            <a:b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        </a:t>
            </a:r>
            <a:b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l-PL" altLang="pl-PL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sz="4000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dirty="0">
                <a:solidFill>
                  <a:srgbClr val="4EC9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TimeSpan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Minutes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l-PL" altLang="pl-PL" sz="4000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minutes</a:t>
            </a:r>
            <a:r>
              <a:rPr lang="pl-PL" altLang="pl-PL" dirty="0" smtClean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             </a:t>
            </a:r>
            <a:b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pl-PL" altLang="pl-PL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pl-PL" altLang="pl-PL" dirty="0">
                <a:solidFill>
                  <a:srgbClr val="4EC9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TimeSpan</a:t>
            </a:r>
            <a:r>
              <a:rPr lang="pl-PL" altLang="pl-PL" dirty="0">
                <a:solidFill>
                  <a:srgbClr val="B4B4B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pl-PL" altLang="pl-PL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FromMinutes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l-PL" altLang="pl-PL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minutes</a:t>
            </a: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        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     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l-PL" altLang="pl-PL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81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Lambda expressions</a:t>
            </a:r>
            <a:endParaRPr lang="pl-PL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224591" y="2535496"/>
            <a:ext cx="7742816" cy="33239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400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[] {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400" b="0" i="0" u="none" strike="noStrike" cap="none" normalizeH="0" baseline="0" dirty="0" smtClean="0">
              <a:ln>
                <a:noFill/>
              </a:ln>
              <a:solidFill>
                <a:srgbClr val="DADADA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400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608B4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 named method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400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delegate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 {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 });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608B4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 delegate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400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608B4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 lambda!!!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400" dirty="0">
              <a:solidFill>
                <a:srgbClr val="DADADA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400" dirty="0">
                <a:solidFill>
                  <a:srgbClr val="DADAD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kumimoji="0" lang="pl-PL" altLang="pl-PL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472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Executing lamdas</a:t>
            </a:r>
            <a:endParaRPr lang="pl-PL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66799" y="2739215"/>
            <a:ext cx="10058400" cy="2951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printData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()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printNumbers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(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69D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 and "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multiply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(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isMyNumberSuper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CDCD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CDCD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dirty="0">
              <a:solidFill>
                <a:srgbClr val="DADADA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printData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printNumbers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multiply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 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myNumberSuper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4B4B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isMyNumberSuper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kumimoji="0" lang="pl-PL" altLang="pl-PL" b="0" i="0" u="none" strike="noStrike" cap="none" normalizeH="0" baseline="0" dirty="0" smtClean="0">
                <a:ln>
                  <a:noFill/>
                </a:ln>
                <a:solidFill>
                  <a:srgbClr val="DADAD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kumimoji="0" lang="pl-PL" altLang="pl-PL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40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LINQ – Basic </a:t>
            </a:r>
            <a:r>
              <a:rPr lang="pl-PL" dirty="0" err="1" smtClean="0"/>
              <a:t>functions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l-PL" dirty="0"/>
              <a:t>Select</a:t>
            </a:r>
          </a:p>
          <a:p>
            <a:pPr lvl="1"/>
            <a:r>
              <a:rPr lang="pl-PL" dirty="0" err="1"/>
              <a:t>Where</a:t>
            </a:r>
            <a:endParaRPr lang="pl-PL" dirty="0"/>
          </a:p>
          <a:p>
            <a:pPr lvl="1"/>
            <a:r>
              <a:rPr lang="pl-PL" dirty="0" err="1"/>
              <a:t>FirstOrDefault</a:t>
            </a:r>
            <a:endParaRPr lang="pl-PL" dirty="0"/>
          </a:p>
          <a:p>
            <a:pPr lvl="1"/>
            <a:r>
              <a:rPr lang="pl-PL" dirty="0" err="1" smtClean="0"/>
              <a:t>Any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5514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LINQ – </a:t>
            </a:r>
            <a:r>
              <a:rPr lang="pl-PL" dirty="0" err="1" smtClean="0"/>
              <a:t>Examples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smtClean="0"/>
              <a:t>IN CODE RESEARCH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50485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 smtClean="0"/>
              <a:t>Create</a:t>
            </a:r>
            <a:r>
              <a:rPr lang="pl-PL" dirty="0" smtClean="0"/>
              <a:t> </a:t>
            </a:r>
            <a:r>
              <a:rPr lang="pl-PL" dirty="0" err="1" smtClean="0"/>
              <a:t>your</a:t>
            </a:r>
            <a:r>
              <a:rPr lang="pl-PL" dirty="0" smtClean="0"/>
              <a:t> </a:t>
            </a:r>
            <a:r>
              <a:rPr lang="pl-PL" dirty="0" err="1" smtClean="0"/>
              <a:t>own</a:t>
            </a:r>
            <a:r>
              <a:rPr lang="pl-PL" dirty="0" smtClean="0"/>
              <a:t> LINQ </a:t>
            </a:r>
            <a:endParaRPr lang="pl-PL" dirty="0"/>
          </a:p>
        </p:txBody>
      </p:sp>
      <p:sp>
        <p:nvSpPr>
          <p:cNvPr id="4" name="Prostokąt 3"/>
          <p:cNvSpPr/>
          <p:nvPr/>
        </p:nvSpPr>
        <p:spPr>
          <a:xfrm>
            <a:off x="1622854" y="2887526"/>
            <a:ext cx="8229600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B8D7A3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IEnumerable</a:t>
            </a:r>
            <a:r>
              <a:rPr lang="en-US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GiveMePowerOf2(</a:t>
            </a:r>
            <a:r>
              <a:rPr lang="en-US" dirty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B8D7A3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IEnumerable</a:t>
            </a:r>
            <a:r>
              <a:rPr lang="en-US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input)</a:t>
            </a:r>
          </a:p>
          <a:p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sv-SE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           </a:t>
            </a:r>
            <a:r>
              <a:rPr lang="sv-SE" dirty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foreach</a:t>
            </a:r>
            <a:r>
              <a:rPr lang="sv-SE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(</a:t>
            </a:r>
            <a:r>
              <a:rPr lang="sv-SE" dirty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var</a:t>
            </a:r>
            <a:r>
              <a:rPr lang="sv-SE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i </a:t>
            </a:r>
            <a:r>
              <a:rPr lang="sv-SE" dirty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in</a:t>
            </a:r>
            <a:r>
              <a:rPr lang="sv-SE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input)</a:t>
            </a:r>
          </a:p>
          <a:p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               </a:t>
            </a:r>
            <a:r>
              <a:rPr lang="pl-PL" dirty="0" err="1">
                <a:solidFill>
                  <a:srgbClr val="4EC9B0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Console</a:t>
            </a:r>
            <a:r>
              <a:rPr lang="pl-PL" dirty="0" err="1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.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WriteLine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(i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+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D69D85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" </a:t>
            </a:r>
            <a:r>
              <a:rPr lang="pl-PL" dirty="0" err="1">
                <a:solidFill>
                  <a:srgbClr val="D69D85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has</a:t>
            </a:r>
            <a:r>
              <a:rPr lang="pl-PL" dirty="0">
                <a:solidFill>
                  <a:srgbClr val="D69D85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D69D85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been</a:t>
            </a:r>
            <a:r>
              <a:rPr lang="pl-PL" dirty="0">
                <a:solidFill>
                  <a:srgbClr val="D69D85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D69D85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picked</a:t>
            </a:r>
            <a:r>
              <a:rPr lang="pl-PL" dirty="0">
                <a:solidFill>
                  <a:srgbClr val="D69D85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"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               </a:t>
            </a:r>
            <a:r>
              <a:rPr lang="pl-PL" dirty="0" err="1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yield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return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4EC9B0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Math</a:t>
            </a:r>
            <a:r>
              <a:rPr lang="pl-PL" dirty="0" err="1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.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Pow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(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2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, i);</a:t>
            </a:r>
          </a:p>
          <a:p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       }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07996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Dangerous LINQ</a:t>
            </a:r>
            <a:endParaRPr lang="pl-PL" dirty="0"/>
          </a:p>
        </p:txBody>
      </p:sp>
      <p:sp>
        <p:nvSpPr>
          <p:cNvPr id="4" name="Prostokąt 3"/>
          <p:cNvSpPr/>
          <p:nvPr/>
        </p:nvSpPr>
        <p:spPr>
          <a:xfrm>
            <a:off x="2617571" y="2865899"/>
            <a:ext cx="69568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 err="1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var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ints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new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[] {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1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, 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2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, 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3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, 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4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, 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5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, 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6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, 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7</a:t>
            </a:r>
            <a:r>
              <a:rPr lang="pl-PL" dirty="0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};</a:t>
            </a:r>
          </a:p>
          <a:p>
            <a:r>
              <a:rPr lang="pl-PL" dirty="0" err="1" smtClean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int</a:t>
            </a:r>
            <a:r>
              <a:rPr lang="pl-PL" dirty="0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minimumNumber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3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;</a:t>
            </a:r>
          </a:p>
          <a:p>
            <a:endParaRPr lang="pl-PL" dirty="0">
              <a:solidFill>
                <a:srgbClr val="DCDCDC"/>
              </a:solidFill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pl-PL" dirty="0" err="1" smtClean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var</a:t>
            </a:r>
            <a:r>
              <a:rPr lang="pl-PL" dirty="0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gt3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ints</a:t>
            </a:r>
            <a:r>
              <a:rPr lang="pl-PL" dirty="0" err="1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.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Where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(i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=&gt;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i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&gt;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minimumNumber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);</a:t>
            </a:r>
          </a:p>
          <a:p>
            <a:endParaRPr lang="pl-PL" dirty="0"/>
          </a:p>
          <a:p>
            <a:r>
              <a:rPr lang="pl-PL" dirty="0" err="1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minimumNumber</a:t>
            </a:r>
            <a:r>
              <a:rPr lang="pl-PL" dirty="0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B5CEA8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5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l-PL" dirty="0" err="1" smtClean="0">
                <a:solidFill>
                  <a:srgbClr val="569CD6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var</a:t>
            </a:r>
            <a:r>
              <a:rPr lang="pl-PL" dirty="0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gt5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ints</a:t>
            </a:r>
            <a:r>
              <a:rPr lang="pl-PL" dirty="0" err="1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.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Where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(i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=&gt;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i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&gt;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 err="1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minimumNumber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);</a:t>
            </a:r>
          </a:p>
          <a:p>
            <a:endParaRPr lang="pl-PL" dirty="0">
              <a:solidFill>
                <a:srgbClr val="DCDCDC"/>
              </a:solidFill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pl-PL" dirty="0" err="1" smtClean="0">
                <a:solidFill>
                  <a:srgbClr val="4EC9B0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Console</a:t>
            </a:r>
            <a:r>
              <a:rPr lang="pl-PL" dirty="0" err="1" smtClean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.</a:t>
            </a:r>
            <a:r>
              <a:rPr lang="pl-PL" dirty="0" err="1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WriteLine</a:t>
            </a:r>
            <a:r>
              <a:rPr lang="pl-PL" dirty="0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(gt3</a:t>
            </a:r>
            <a:r>
              <a:rPr lang="pl-PL" dirty="0" smtClean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.</a:t>
            </a:r>
            <a:r>
              <a:rPr lang="pl-PL" dirty="0" smtClean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Count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()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+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D69D85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", "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+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 gt5</a:t>
            </a:r>
            <a:r>
              <a:rPr lang="pl-PL" dirty="0">
                <a:solidFill>
                  <a:srgbClr val="B4B4B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.</a:t>
            </a:r>
            <a:r>
              <a:rPr lang="pl-PL" dirty="0">
                <a:solidFill>
                  <a:srgbClr val="DCDCDC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Count());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19485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LINQ – Summary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 smtClean="0"/>
              <a:t>Why to use?</a:t>
            </a:r>
          </a:p>
          <a:p>
            <a:pPr lvl="1"/>
            <a:r>
              <a:rPr lang="pl-PL" dirty="0" smtClean="0"/>
              <a:t>It’s cleaner and more readable (but maybe not at first sight </a:t>
            </a:r>
            <a:r>
              <a:rPr lang="pl-PL" dirty="0" smtClean="0">
                <a:sym typeface="Wingdings" panose="05000000000000000000" pitchFamily="2" charset="2"/>
              </a:rPr>
              <a:t></a:t>
            </a:r>
            <a:r>
              <a:rPr lang="pl-PL" dirty="0" smtClean="0"/>
              <a:t> )</a:t>
            </a:r>
          </a:p>
          <a:p>
            <a:pPr lvl="1"/>
            <a:r>
              <a:rPr lang="pl-PL" dirty="0" smtClean="0"/>
              <a:t>It’s a gateway to learn functional programming</a:t>
            </a:r>
          </a:p>
          <a:p>
            <a:r>
              <a:rPr lang="pl-PL" dirty="0" smtClean="0"/>
              <a:t>When to use?</a:t>
            </a:r>
          </a:p>
          <a:p>
            <a:pPr lvl="1"/>
            <a:r>
              <a:rPr lang="pl-PL" dirty="0" err="1" smtClean="0"/>
              <a:t>Creating</a:t>
            </a:r>
            <a:r>
              <a:rPr lang="pl-PL" dirty="0" smtClean="0"/>
              <a:t> a </a:t>
            </a:r>
            <a:r>
              <a:rPr lang="pl-PL" dirty="0" smtClean="0"/>
              <a:t>list based on </a:t>
            </a:r>
            <a:r>
              <a:rPr lang="pl-PL" dirty="0" err="1" smtClean="0"/>
              <a:t>existing</a:t>
            </a:r>
            <a:r>
              <a:rPr lang="pl-PL" dirty="0" smtClean="0"/>
              <a:t> </a:t>
            </a:r>
            <a:r>
              <a:rPr lang="pl-PL" dirty="0" smtClean="0"/>
              <a:t>list/</a:t>
            </a:r>
            <a:r>
              <a:rPr lang="pl-PL" dirty="0" err="1" smtClean="0"/>
              <a:t>array</a:t>
            </a:r>
            <a:r>
              <a:rPr lang="pl-PL" dirty="0" smtClean="0"/>
              <a:t> (Select(), </a:t>
            </a:r>
            <a:r>
              <a:rPr lang="pl-PL" dirty="0" err="1" smtClean="0"/>
              <a:t>Where</a:t>
            </a:r>
            <a:r>
              <a:rPr lang="pl-PL" dirty="0" smtClean="0"/>
              <a:t>())</a:t>
            </a:r>
            <a:endParaRPr lang="pl-PL" dirty="0" smtClean="0"/>
          </a:p>
          <a:p>
            <a:pPr lvl="1"/>
            <a:r>
              <a:rPr lang="pl-PL" dirty="0" err="1" smtClean="0"/>
              <a:t>Aggregating</a:t>
            </a:r>
            <a:r>
              <a:rPr lang="pl-PL" dirty="0" smtClean="0"/>
              <a:t> data from a list/</a:t>
            </a:r>
            <a:r>
              <a:rPr lang="pl-PL" dirty="0" err="1" smtClean="0"/>
              <a:t>array</a:t>
            </a:r>
            <a:r>
              <a:rPr lang="pl-PL" dirty="0" smtClean="0"/>
              <a:t> (</a:t>
            </a:r>
            <a:r>
              <a:rPr lang="pl-PL" dirty="0" err="1" smtClean="0"/>
              <a:t>GroupBy</a:t>
            </a:r>
            <a:r>
              <a:rPr lang="pl-PL" dirty="0" smtClean="0"/>
              <a:t>(), Sum(), Max(), etc..)</a:t>
            </a:r>
            <a:endParaRPr lang="pl-PL" dirty="0" smtClean="0"/>
          </a:p>
          <a:p>
            <a:pPr lvl="1"/>
            <a:r>
              <a:rPr lang="pl-PL" dirty="0" smtClean="0"/>
              <a:t>Finding element/s from list/array</a:t>
            </a:r>
          </a:p>
          <a:p>
            <a:r>
              <a:rPr lang="pl-PL" dirty="0" smtClean="0"/>
              <a:t>Do not forget about refactoring!</a:t>
            </a:r>
          </a:p>
          <a:p>
            <a:r>
              <a:rPr lang="pl-PL" dirty="0" smtClean="0"/>
              <a:t>Practice with R#</a:t>
            </a:r>
          </a:p>
          <a:p>
            <a:r>
              <a:rPr lang="pl-PL" dirty="0" smtClean="0"/>
              <a:t>Practice!!! </a:t>
            </a:r>
            <a:r>
              <a:rPr lang="pl-PL" dirty="0" smtClean="0">
                <a:sym typeface="Wingdings" panose="05000000000000000000" pitchFamily="2" charset="2"/>
              </a:rPr>
              <a:t></a:t>
            </a:r>
            <a:endParaRPr lang="pl-PL" dirty="0" smtClean="0"/>
          </a:p>
        </p:txBody>
      </p:sp>
    </p:spTree>
    <p:extLst>
      <p:ext uri="{BB962C8B-B14F-4D97-AF65-F5344CB8AC3E}">
        <p14:creationId xmlns:p14="http://schemas.microsoft.com/office/powerpoint/2010/main" val="4181557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326</TotalTime>
  <Words>254</Words>
  <Application>Microsoft Office PowerPoint</Application>
  <PresentationFormat>Panoramiczny</PresentationFormat>
  <Paragraphs>86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Consolas</vt:lpstr>
      <vt:lpstr>Wingdings</vt:lpstr>
      <vt:lpstr>Wingdings 2</vt:lpstr>
      <vt:lpstr>Quotable</vt:lpstr>
      <vt:lpstr>LINQ</vt:lpstr>
      <vt:lpstr>Agenda</vt:lpstr>
      <vt:lpstr>Extension methods</vt:lpstr>
      <vt:lpstr>Lambda expressions</vt:lpstr>
      <vt:lpstr> Executing lamdas</vt:lpstr>
      <vt:lpstr>LINQ – Basic functions</vt:lpstr>
      <vt:lpstr>LINQ – Examples</vt:lpstr>
      <vt:lpstr>Create your own LINQ </vt:lpstr>
      <vt:lpstr>Dangerous LINQ</vt:lpstr>
      <vt:lpstr>LINQ – Summary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LINQ</dc:title>
  <dc:creator>Sobacki, DorianX</dc:creator>
  <cp:lastModifiedBy>Doro Sobacki</cp:lastModifiedBy>
  <cp:revision>20</cp:revision>
  <dcterms:created xsi:type="dcterms:W3CDTF">2015-12-17T10:03:32Z</dcterms:created>
  <dcterms:modified xsi:type="dcterms:W3CDTF">2016-02-16T13:54:32Z</dcterms:modified>
</cp:coreProperties>
</file>